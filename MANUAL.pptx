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90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家族ポータル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開発・運用マニュアル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0D4D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久しぶりに触る自分へ。数分で思い出すためのガイド。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BBC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v2.3.2 / 2026年2月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このアプリは何か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システム全体像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b="1" dirty="0">
                <a:solidFill>
                  <a:srgbClr val="FF704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環境の準備と再構築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開発・更新の基本フロー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GAS更新の考え方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6. よくある作業パターン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7. トラブル時の思考ガイド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7A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1168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このアプリは何か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概要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夫婦2人だけで使う、シンプルな情報共有アプリ。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共有メモ、買い物リスト、やりたいことリスト、トップ画像の4機能。
iPhoneのホーム画面に追加して、ネイティブアプリのように使う。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A7A9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設計思想: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シンプルであること（2人しか使わない）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壊れにくいこと（数ヶ月放置しても動き続ける）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低運用コスト（サーバー代ゼロ・Google無料枠）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フレームワーク不使用（素のHTML/CSS/JSだけ）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機能一覧（v2.3.2）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機能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できること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トップ画像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ポータルに写真を1枚表示。タップで変更、削除は設定画面から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共有メモ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自由テキストのメモ。ピン留めするとポータルにも表示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やりたいことリスト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年ごとの目標管理。ステータス（未着手/進行中/完了）で分類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買い物リスト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「すぐ買う」「あとで買う」「購入済み」の3タブ。一括追加対応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7A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1168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システム全体像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4層構成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565C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ユーザー端末（iPhone Safari / PCブラウザ）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  HTMLを取得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Pages（静的ファイル置き場。データなし）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  APIリクエスト（GET / POST）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Apps Script（APIサーバー役 = Code.gs）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↓  データ読み書き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A1B9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スプレッドシート + Google Drive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 localStorage（端末内キャッシュ）で体感速度を向上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セキュリティモデル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リソース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公開範囲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メモ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GitHub Pages (HTML/JS/CSS)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誰でも見れる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データは一切含まない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GAS WebアプリURL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URLを知る人のみ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推測困難なランダム文字列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スプレッドシート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非公開（オーナーのみ）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GAS経由でのみアクセス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Drive画像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非公開（限定公開）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GASがBase64で中継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7A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1168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環境の準備と再構築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A. 普段の作業再開（3分）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291840"/>
          </a:xfrm>
          <a:prstGeom prst="rect">
            <a:avLst>
              <a:gd name="adj" fmla="val 2778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PowerShell を開いて WSL を起動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プロジェクトに移動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~/projects/okazaki_portal2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最新コードを取得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作業ブランチに切り替え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work/ai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main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Claude Code を起動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起動後: 「AI_WORK_CONTEXT.md を読んで現在の状態を把握して」と伝える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B-1. PCリセット後: WSL + 基本ツール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840480"/>
          </a:xfrm>
          <a:prstGeom prst="rect">
            <a:avLst>
              <a:gd name="adj" fmla="val 2381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PowerShell（管理者）で WSL をインストール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 --install -d Ubuntu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PC再起動 → ユーザー名とパスワードを設定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以降は WSL 内 ---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パッケージを最新化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upgrade -y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Git（通常プリインストール済み）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git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Node.js 18 + npm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https://deb.nodesource.com/setup_18.x | sudo -E bash -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nodejs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B-2. PCリセット後: GitHub CLI + Claude Code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840480"/>
          </a:xfrm>
          <a:prstGeom prst="rect">
            <a:avLst>
              <a:gd name="adj" fmla="val 2381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GitHub CLI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gh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login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GitHub.com → HTTPS → ブラウザで認証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Code CLI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  # 初回起動でAPIキー設定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リポジトリのクローン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~/projects &amp;&amp; cd ~/projects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https://github.com/okazaki117/okazaki_portal2.git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okazaki_portal2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作業ブランチ作成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work/ai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work/ai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C. 環境の動作確認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291840"/>
          </a:xfrm>
          <a:prstGeom prst="rect">
            <a:avLst>
              <a:gd name="adj" fmla="val 2778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ツール確認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          # v2.x.x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        # v18.x.x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          # v10.x.x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--version           # v2.x.x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       # v2.x.x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リポジトリ確認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~/projects/okazaki_portal2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-5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ローカルで画面確認（任意）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http.server 8080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ブラウザで http://localhost:8080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GAS側はGoogleアカウントに紐づくため、PCリセットの影響を受けない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7A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1168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開発・更新の基本フロー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と Codex の役割分担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担当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やること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やらないこと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Claude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調査・設計・レビュー・ドキュメント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軽微なCSS修正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大きなコード実装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GAS変更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Codex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仕様が明確な実装・修正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（指示書ベース）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設計判断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独自の機能追加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人間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方針決定・承認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GASデプロイ・実機確認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-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標準的な改善フロー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4A90A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 Claude に相談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調査・設計。影響範囲を整理し、方針を提案してもらう。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4A90A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 人間が承認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OKなら codex-tasks/ に指示書を作成。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4A90A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 Codex が実装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指示書を渡して実装してもらう。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4A90A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 Claude がレビュー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差分を確認。commit → push → main マージ。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4A90A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 人間が実機確認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iPhone Safari で動作確認。GAS変更ありならデプロイも。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ブランチ運用 &amp; バージョン更新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A7A9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ブランチ: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main = 本番（GitHub Pagesはここから配信）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work/ai = AI作業用（ここで変更→mainにマージ）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mainに直接pushしない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A7A9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バージョン更新時の5箇所チェックリスト: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1. index.html の app.js?v=X.X.X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2. index.html の styles.css?v=X.X.X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3. index.html の .version-footer（ポータル下部）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4. index.html の .app-version（設定画面）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5. AI_WORK_CONTEXT.md の「現在のバージョン」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A7A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1168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GAS更新の考え方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方針: GASは最小限しか触らない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A7A9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理由: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デプロイ手順が手動（GASエディタで貼り替え→デプロイ）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URLを壊すリスク（「新しいデプロイ」でURLが変わる）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テストしにくい（ステージング環境がない）
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フロントだけで解決できることが多い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3A7A9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GAS更新手順: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1. リポジトリの gas/Code.gs を更新（work/ai→main）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2. GASエディタでコードを丸ごとコピペ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3. 「デプロイを管理」→ 鉛筆アイコン →「新バージョン」→「デプロイ」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「新しいデプロイ」は絶対に押さない！（URLが変わる）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A7A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1168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よくある作業パターン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パターン別ガイド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A. UI改善をしたいとき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Claudeに相談 → CSS/HTMLだけならClaude直接修正も可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JS変更ありならCodexに指示書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GAS変更なし。気軽にできる。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B. データ構造を少し変えたいとき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Claude設計 → Codex実装 → GASエディタ貼り替え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スプレッドシートの列追加も必要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GAS変更あり。手動デプロイ必要。慎重に。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C. AIから提案をもらって改善するとき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Claudeにコード全体レビューを依頼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優先度付き提案をもらう → やるものを選んで承認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6666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設計フェーズ。まず提案だけもらい、実装するかは自分で決める。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A7A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1168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トラブル時の思考ガイド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まず疑う3つのポイント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順位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疑う箇所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確認方法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A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キャッシュ（localStorage）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設定画面 →「キャッシュをクリア」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2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GASデプロイ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変更後に「新バージョン」でデプロイしたか？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3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フロントのバージョン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ポータル下部のバージョン番号が最新か？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よくある症状と対処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「通信エラー」が出る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API URLが /exec で終わっているか確認
  → 接続テスト実行
  → GASデプロイが有効か確認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データが古いまま更新されない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更新ボタン（ヘッダー右上）をタップ
  → ダメなら「キャッシュをクリア」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Pagesに変更が反映されない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mainにマージ・pushしたか確認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反映に数分かかる場合あり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?v= のバージョン番号上げ忘れチェック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触らないほうがいい領域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の doGet / doPost / handleRequest のルーティング構造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全APIの入り口。壊すと全機能が止まる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スプレッドシートの共有設定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非公開のままにしておくこと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iPhone Safari の CORS 回避策（text/plain + POST）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意図的な設計。理由なく変えない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6282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の「新しいデプロイ」ボタン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→ URLが変わる。必ず「既存デプロイの編集」で更新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A90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詳細は MANUAL.html を参照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D4D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ブラウザで MANUAL.html を開けば、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0D4D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コマンド例やリンク付きの詳細マニュアルが読める。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家族ポータル 開発・運用マニュアル</dc:title>
  <dc:subject>Development &amp; Operations Manual</dc:subject>
  <dc:creator>okazaki_portal2</dc:creator>
  <cp:lastModifiedBy>okazaki_portal2</cp:lastModifiedBy>
  <cp:revision>1</cp:revision>
  <dcterms:created xsi:type="dcterms:W3CDTF">2026-02-09T23:05:00Z</dcterms:created>
  <dcterms:modified xsi:type="dcterms:W3CDTF">2026-02-09T23:05:00Z</dcterms:modified>
</cp:coreProperties>
</file>